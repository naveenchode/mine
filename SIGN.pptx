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B342-C5BF-4FBD-8676-E4317F903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B2EF7-0BFB-4BF1-99A4-F1E073DC0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99B69-EBE0-4464-B7A6-6F9FCD83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83A4-BA27-4115-9E86-663E81797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40ADD-BF35-40A5-B1F2-8E17460C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54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468D-5DA3-48AF-B7D2-361E0BF7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279AA-B168-49E5-B09E-BC3111D6C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3E8DB-F7AB-4E1B-AEBF-FB2F0CDD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29CA-A394-4EA8-8F79-C291AE4EA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99244-44A3-4F08-9571-3F6FA84F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45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0D45-8390-48BD-8C59-CFE06DE1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3F021-A37D-4A9C-9D4C-A36889A52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B81DD-6A65-44E3-8227-6BAB333D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E1826-B5F2-4A88-B5E3-A5E16414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84E61-50F0-4319-9AA5-40C910CD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37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AC8D-84CE-4BAA-B377-EF22040D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0DA20-67FA-40A8-BDBB-035EE1B45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9601A-1295-4B18-AC5E-47262A539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A7573-BBA7-44E3-A8A4-75803490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E91FC-259A-46B2-9933-2AE31A29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AA1CE-0E5B-43D3-83F3-0F8A2422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0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ADEE-2AE9-42F1-9B17-AF85D681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ED99F-8610-421E-A5A3-8E3D22C15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CEAE4-F5BB-4AD1-B92F-6D47E7192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B5178-EB04-4BCD-B279-D9716B1E0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0430B-DFF7-46B4-B84D-C7B15D413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ADE94-48A0-490F-B5E1-2892BA21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D1F5B-7983-426A-A4B6-C0938E82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DE220-4AF4-4CE6-B13B-6B58845B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38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7A08-9F8D-41F8-AE00-1EB038C2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29260-B1BC-460A-AD90-03D3D35E3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351B8-4380-4177-9F2D-8B5AC2C10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1258F-2AEF-4E7F-AD65-F43F674A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41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282A0-1561-4C33-9213-A6B6031F2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B88B9-F01A-4BD0-A020-9E714B55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DB9A9-35C7-4D25-866A-40F579CE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233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AB3DC-0382-4B7E-947C-DA006CBE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62FA-DDA4-4D21-9B71-8AAEA4265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52A7E-12DE-4D7C-AA6F-0D0109C6B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B21EF-AC5F-4836-B3A8-9228BF3A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F8460-97B9-4EA1-859C-029CB889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0B24F-4678-4D1F-8116-06538A85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020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EBA3-EBD4-468B-A230-C7F4966C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BE9185-4182-4F94-9ECE-7CC694370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6B66-9D59-40B1-8FC6-0F1F5CC82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66151-6D7B-4D3C-8B6B-7D3B11B2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EFE84-2227-463E-9E42-EAFC3DB4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8F46C-DDEA-44D8-9BFD-82CA3E1A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7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7449-214F-4C03-88D9-D7CBAB45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B1D5D-03A1-4D97-BBCE-02D0200FC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57CB5-3A7F-415A-99DF-5D476BC3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52799-DAA0-4A4A-A0BA-E7689A38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E1C62-02BA-41C5-A3CC-90DA7D5F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1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A8C62-A799-41E0-A36C-779E48081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D31B6-A6FF-463B-872B-53DF9151D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DBDA8-73D1-44EB-95EF-C274AFAA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C8726-AFE7-4D55-A72A-B53D99F6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E4BC2-ADBE-4CF3-941B-B998BC98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6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FD27F-BBD6-45F4-B944-1B11017D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29929-4383-49EC-83FB-ECCB336B6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8DFD-DF0B-4C5E-8768-1B64B37E5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D7183-7B44-4D62-9BE8-394C25393272}" type="datetimeFigureOut">
              <a:rPr lang="en-IN" smtClean="0"/>
              <a:t>17-08-2021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9862C-B38C-47C6-A2CE-D0A2F1764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79D92-F2EA-4879-82B3-60CCA0CCF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422E1-5745-46D2-B5F5-9082B24B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94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1E4C-3D9E-4841-80E7-47A2EA63EA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436F4-51AF-4C91-A7CF-6DF6C2E26F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38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7FFCB-4266-4C8C-8DF2-E11FF608FB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805" y1="38435" x2="50805" y2="38435"/>
                        <a14:foregroundMark x1="45617" y1="35528" x2="45617" y2="35528"/>
                        <a14:foregroundMark x1="42308" y1="39889" x2="42308" y2="39889"/>
                        <a14:foregroundMark x1="43828" y1="42454" x2="43828" y2="42454"/>
                        <a14:foregroundMark x1="49463" y1="63189" x2="49463" y2="63189"/>
                        <a14:foregroundMark x1="49911" y1="67123" x2="49911" y2="67123"/>
                        <a14:foregroundMark x1="49911" y1="66097" x2="49911" y2="66097"/>
                        <a14:foregroundMark x1="49911" y1="67336" x2="49911" y2="67336"/>
                        <a14:foregroundMark x1="50000" y1="68063" x2="50000" y2="68063"/>
                        <a14:foregroundMark x1="50358" y1="68961" x2="50358" y2="68961"/>
                        <a14:foregroundMark x1="50358" y1="69773" x2="50358" y2="69773"/>
                        <a14:foregroundMark x1="50358" y1="70543" x2="50358" y2="70543"/>
                        <a14:foregroundMark x1="50537" y1="71355" x2="50537" y2="71355"/>
                        <a14:foregroundMark x1="53399" y1="35827" x2="53399" y2="35827"/>
                        <a14:foregroundMark x1="54025" y1="34716" x2="54025" y2="34716"/>
                        <a14:foregroundMark x1="47764" y1="41342" x2="47764" y2="41342"/>
                        <a14:foregroundMark x1="52057" y1="50534" x2="52057" y2="50534"/>
                        <a14:backgroundMark x1="49732" y1="56648" x2="49732" y2="56648"/>
                        <a14:backgroundMark x1="49463" y1="55109" x2="49463" y2="551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112" t="28355" r="36899" b="27164"/>
          <a:stretch/>
        </p:blipFill>
        <p:spPr>
          <a:xfrm rot="16200000">
            <a:off x="5286146" y="1604638"/>
            <a:ext cx="1332668" cy="364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8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CHODE NAVEEN</dc:creator>
  <cp:lastModifiedBy>CHODE NAVEEN</cp:lastModifiedBy>
  <cp:revision>2</cp:revision>
  <dcterms:created xsi:type="dcterms:W3CDTF">2021-08-17T07:20:50Z</dcterms:created>
  <dcterms:modified xsi:type="dcterms:W3CDTF">2021-08-17T10:09:09Z</dcterms:modified>
</cp:coreProperties>
</file>